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886E4-F969-6EAF-BAAA-1CC2972FB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EFD54-80C5-43A0-D1E9-1D91E6EFE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CC74217-7D56-8AD1-0E7A-6C62B6E8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170803F-AE90-05C3-9593-63C7F1E1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487F612-E002-730F-5BF6-7BDFB05D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992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CBB86-DCA8-1D49-F22F-5F3CCE68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39B76B-2054-9839-7DB6-44AC79E59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5F62E2D-97DD-6B65-37D0-F55C0237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B0C2F2-FD58-5CF9-43FB-272FDDED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ADE291-BD61-5A27-5711-2F058BA6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650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4D662-1906-E9F0-0CBD-5FBA5D37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96255A0-39F4-9DE9-1C7A-70E133A2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CEB712E-6AEE-F7E9-E1C5-347E386F2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9779BD0-6C8B-6866-A7CF-20436068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CA9A13-0363-B7E2-CD64-DD771BCD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1641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C74D4-14B1-66CA-360D-AE285999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BB95524-AD1F-C3DE-547A-9A5A867EB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E505F3E-5F6B-2F9B-0F81-E31325A6E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96E4D9D-2176-1796-CCD3-B4939DC5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9CFAE9A-78D2-ADB8-FFE2-74B3D5AB6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3DDCAF5-1F20-FB34-D34E-67EB3C2E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5123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D51C8-3415-3A41-92DB-222FC471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0779F9A-5323-BBA0-7CA6-DF035B90B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122A08B-5ABF-A984-1FEA-1E584AAD2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E0D76CF-D09F-CA4A-B649-A36F7D4A8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E04C23B-D3E1-D3D7-188A-E544C7C2D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5B48AFA-03D1-7299-6209-B9F6A14E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64CC063-B2E7-5F1B-D8BC-BAFA8E4D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669C0DE-BFA5-6D33-50A4-25ADC1C1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150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FE9E6-7906-BF01-6AFD-0F571014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4A5C390-8920-5C81-96E8-8770B055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F03ECE2-5562-0857-67FE-0EFB5707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CD07B2A-B4FF-A6DB-D8E0-1E447842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9734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6157AE7-1F00-FE24-FCFA-BFA710B4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5E66673-345F-AE68-DD8D-A427168B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7A3625D-C529-45A1-6762-FACDD015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519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C64E1-5ED3-D2D7-3238-99764391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96F20F2-8661-5641-2333-F1DFDD218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3ECF03C-F935-5C3F-AED8-99F8EDB40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0D6A915-BAE9-3B30-B1DD-B0613E3C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E16264A-AB09-5FB4-3FF8-AECD694F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E192EA5-0FBF-6B98-9709-A03DC98D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92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A803-F70B-0939-996B-00F52D67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5B7320A3-DBE1-6DE6-64F3-5C4A02CCD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812FE1C-9C7B-6C9B-466A-9840699CB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F5F7FA7-31C0-31F7-A4E6-EB37B399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FFBFF58-2836-40E2-2C80-F6522C38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BA469EE-FCB0-31B6-56C2-A91A81F9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323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75D6A-CABE-67E3-67D8-FCFDAF2C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CABC9EA-B19E-9B1D-3DFE-9F2796D6F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4CECC6E-679F-9E52-6F04-7002E20E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1914755-0C4C-1C16-9D00-058B2D20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6360426-1564-5D1B-3456-73E286FF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582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111B46-4139-23D8-8DBB-990DD7FAF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CBF1E02-BD26-22A4-D0CA-2A12443D7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38CCEEA-930D-5C6E-D8D0-352263FB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CFA32C2-C5F7-1FFC-0BF9-9B9AC8BC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F9CF3A-19E4-F1EF-ED9C-BEADB718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427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BA164A4-7530-3845-25BE-D4F94591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A634548-2FF0-15A5-1B1F-1B93E3F40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084A7E2-2120-4962-CD69-9B802ACEE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A439B-7179-4156-B984-50B7C5983D30}" type="datetimeFigureOut">
              <a:rPr lang="pt-PT" smtClean="0"/>
              <a:t>03/12/2023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4A5BABD-5113-3493-28CA-CDE5D8193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27A0661-45F9-9D16-8AA8-829E5169E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F49D4-B32E-4503-B8A3-7CC6F9AE73A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262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2.wdp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m esboço, ilustração, desenho, clipart&#10;&#10;Descrição gerada automaticamente">
            <a:extLst>
              <a:ext uri="{FF2B5EF4-FFF2-40B4-BE49-F238E27FC236}">
                <a16:creationId xmlns:a16="http://schemas.microsoft.com/office/drawing/2014/main" id="{18E4E8ED-558A-69D6-5B60-E5663F1974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31" r="-1" b="17005"/>
          <a:stretch/>
        </p:blipFill>
        <p:spPr>
          <a:xfrm>
            <a:off x="0" y="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BAC87C-C203-CF5A-41A7-DB507BD0B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PE" sz="6600" dirty="0">
                <a:solidFill>
                  <a:schemeClr val="bg1"/>
                </a:solidFill>
                <a:latin typeface="Imprint MT Shadow" panose="04020605060303030202" pitchFamily="82" charset="0"/>
              </a:rPr>
              <a:t>Mountain Lion </a:t>
            </a:r>
            <a:r>
              <a:rPr lang="es-PE" sz="6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Studios</a:t>
            </a:r>
            <a:endParaRPr lang="pt-PT" sz="66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E53EFC-6D60-C4B6-EAB1-C0DBD237F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s-PE" dirty="0">
                <a:solidFill>
                  <a:schemeClr val="bg1"/>
                </a:solidFill>
                <a:latin typeface="Bell MT" panose="02020503060305020303" pitchFamily="18" charset="0"/>
              </a:rPr>
              <a:t>- A Software </a:t>
            </a:r>
            <a:r>
              <a:rPr lang="es-PE" dirty="0" err="1">
                <a:solidFill>
                  <a:schemeClr val="bg1"/>
                </a:solidFill>
                <a:latin typeface="Bell MT" panose="02020503060305020303" pitchFamily="18" charset="0"/>
              </a:rPr>
              <a:t>Development</a:t>
            </a:r>
            <a:r>
              <a:rPr lang="es-PE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s-PE" dirty="0" err="1">
                <a:solidFill>
                  <a:schemeClr val="bg1"/>
                </a:solidFill>
                <a:latin typeface="Bell MT" panose="02020503060305020303" pitchFamily="18" charset="0"/>
              </a:rPr>
              <a:t>Group</a:t>
            </a:r>
            <a:r>
              <a:rPr lang="es-PE" dirty="0">
                <a:solidFill>
                  <a:schemeClr val="bg1"/>
                </a:solidFill>
                <a:latin typeface="Bell MT" panose="02020503060305020303" pitchFamily="18" charset="0"/>
              </a:rPr>
              <a:t> - </a:t>
            </a:r>
            <a:endParaRPr lang="pt-PT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Uma imagem com círculo, preto e branco&#10;&#10;Descrição gerada automaticamente">
            <a:extLst>
              <a:ext uri="{FF2B5EF4-FFF2-40B4-BE49-F238E27FC236}">
                <a16:creationId xmlns:a16="http://schemas.microsoft.com/office/drawing/2014/main" id="{983077B8-20F6-B466-577F-055DDAC04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226" y="-163068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747924-4EE5-86DD-2E69-58C87262157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925B3B-FD04-6BC8-B1BF-45D7C05F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E2122A-6C74-BBE0-70A6-208F4A08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>
                <a:latin typeface="Bell MT" panose="02020503060305020303" pitchFamily="18" charset="0"/>
              </a:rPr>
              <a:t>Mountain Lion </a:t>
            </a:r>
            <a:r>
              <a:rPr lang="es-PE" dirty="0" err="1">
                <a:latin typeface="Bell MT" panose="02020503060305020303" pitchFamily="18" charset="0"/>
              </a:rPr>
              <a:t>Studios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is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built</a:t>
            </a:r>
            <a:r>
              <a:rPr lang="es-PE" dirty="0">
                <a:latin typeface="Bell MT" panose="02020503060305020303" pitchFamily="18" charset="0"/>
              </a:rPr>
              <a:t> and </a:t>
            </a:r>
            <a:r>
              <a:rPr lang="es-PE" dirty="0" err="1">
                <a:latin typeface="Bell MT" panose="02020503060305020303" pitchFamily="18" charset="0"/>
              </a:rPr>
              <a:t>inspired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on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the</a:t>
            </a:r>
            <a:r>
              <a:rPr lang="es-PE" dirty="0">
                <a:latin typeface="Bell MT" panose="02020503060305020303" pitchFamily="18" charset="0"/>
              </a:rPr>
              <a:t> idea </a:t>
            </a:r>
            <a:r>
              <a:rPr lang="es-PE" dirty="0" err="1">
                <a:latin typeface="Bell MT" panose="02020503060305020303" pitchFamily="18" charset="0"/>
              </a:rPr>
              <a:t>of</a:t>
            </a:r>
            <a:r>
              <a:rPr lang="es-PE" dirty="0">
                <a:latin typeface="Bell MT" panose="02020503060305020303" pitchFamily="18" charset="0"/>
              </a:rPr>
              <a:t> a </a:t>
            </a:r>
            <a:r>
              <a:rPr lang="es-PE" dirty="0" err="1">
                <a:latin typeface="Bell MT" panose="02020503060305020303" pitchFamily="18" charset="0"/>
              </a:rPr>
              <a:t>mountain</a:t>
            </a:r>
            <a:r>
              <a:rPr lang="es-PE" dirty="0">
                <a:latin typeface="Bell MT" panose="02020503060305020303" pitchFamily="18" charset="0"/>
              </a:rPr>
              <a:t> and a </a:t>
            </a:r>
            <a:r>
              <a:rPr lang="es-PE" dirty="0" err="1">
                <a:latin typeface="Bell MT" panose="02020503060305020303" pitchFamily="18" charset="0"/>
              </a:rPr>
              <a:t>lion</a:t>
            </a:r>
            <a:endParaRPr lang="es-PE" dirty="0">
              <a:latin typeface="Bell MT" panose="02020503060305020303" pitchFamily="18" charset="0"/>
            </a:endParaRPr>
          </a:p>
          <a:p>
            <a:endParaRPr lang="es-PE" dirty="0">
              <a:latin typeface="Bell MT" panose="02020503060305020303" pitchFamily="18" charset="0"/>
            </a:endParaRPr>
          </a:p>
          <a:p>
            <a:r>
              <a:rPr lang="es-PE" dirty="0" err="1">
                <a:latin typeface="Bell MT" panose="02020503060305020303" pitchFamily="18" charset="0"/>
              </a:rPr>
              <a:t>It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is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mainly</a:t>
            </a:r>
            <a:r>
              <a:rPr lang="es-PE" dirty="0">
                <a:latin typeface="Bell MT" panose="02020503060305020303" pitchFamily="18" charset="0"/>
              </a:rPr>
              <a:t> a Software Studio </a:t>
            </a:r>
            <a:r>
              <a:rPr lang="es-PE" dirty="0" err="1">
                <a:latin typeface="Bell MT" panose="02020503060305020303" pitchFamily="18" charset="0"/>
              </a:rPr>
              <a:t>driven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by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game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development</a:t>
            </a:r>
            <a:endParaRPr lang="es-PE" dirty="0">
              <a:latin typeface="Bell MT" panose="02020503060305020303" pitchFamily="18" charset="0"/>
            </a:endParaRPr>
          </a:p>
          <a:p>
            <a:endParaRPr lang="es-PE" dirty="0">
              <a:latin typeface="Bell MT" panose="02020503060305020303" pitchFamily="18" charset="0"/>
            </a:endParaRPr>
          </a:p>
          <a:p>
            <a:r>
              <a:rPr lang="es-PE" dirty="0" err="1">
                <a:latin typeface="Bell MT" panose="02020503060305020303" pitchFamily="18" charset="0"/>
              </a:rPr>
              <a:t>The</a:t>
            </a:r>
            <a:r>
              <a:rPr lang="es-PE" dirty="0">
                <a:latin typeface="Bell MT" panose="02020503060305020303" pitchFamily="18" charset="0"/>
              </a:rPr>
              <a:t> Brand </a:t>
            </a:r>
            <a:r>
              <a:rPr lang="es-PE" dirty="0" err="1">
                <a:latin typeface="Bell MT" panose="02020503060305020303" pitchFamily="18" charset="0"/>
              </a:rPr>
              <a:t>is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meant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to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follow</a:t>
            </a:r>
            <a:r>
              <a:rPr lang="es-PE" dirty="0">
                <a:latin typeface="Bell MT" panose="02020503060305020303" pitchFamily="18" charset="0"/>
              </a:rPr>
              <a:t> a </a:t>
            </a:r>
            <a:r>
              <a:rPr lang="es-PE" dirty="0" err="1">
                <a:latin typeface="Bell MT" panose="02020503060305020303" pitchFamily="18" charset="0"/>
              </a:rPr>
              <a:t>few</a:t>
            </a:r>
            <a:r>
              <a:rPr lang="es-PE" dirty="0">
                <a:latin typeface="Bell MT" panose="02020503060305020303" pitchFamily="18" charset="0"/>
              </a:rPr>
              <a:t> simple </a:t>
            </a:r>
            <a:r>
              <a:rPr lang="es-PE" dirty="0" err="1">
                <a:latin typeface="Bell MT" panose="02020503060305020303" pitchFamily="18" charset="0"/>
              </a:rPr>
              <a:t>design</a:t>
            </a:r>
            <a:r>
              <a:rPr lang="es-PE" dirty="0">
                <a:latin typeface="Bell MT" panose="02020503060305020303" pitchFamily="18" charset="0"/>
              </a:rPr>
              <a:t> rules, neutral </a:t>
            </a:r>
            <a:r>
              <a:rPr lang="es-PE" dirty="0" err="1">
                <a:latin typeface="Bell MT" panose="02020503060305020303" pitchFamily="18" charset="0"/>
              </a:rPr>
              <a:t>colors</a:t>
            </a:r>
            <a:r>
              <a:rPr lang="es-PE" dirty="0">
                <a:latin typeface="Bell MT" panose="02020503060305020303" pitchFamily="18" charset="0"/>
              </a:rPr>
              <a:t> and </a:t>
            </a:r>
            <a:r>
              <a:rPr lang="es-PE" dirty="0" err="1">
                <a:latin typeface="Bell MT" panose="02020503060305020303" pitchFamily="18" charset="0"/>
              </a:rPr>
              <a:t>very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few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elements</a:t>
            </a:r>
            <a:r>
              <a:rPr lang="es-PE" dirty="0">
                <a:latin typeface="Bell MT" panose="02020503060305020303" pitchFamily="18" charset="0"/>
              </a:rPr>
              <a:t>, </a:t>
            </a:r>
            <a:r>
              <a:rPr lang="es-PE" dirty="0" err="1">
                <a:latin typeface="Bell MT" panose="02020503060305020303" pitchFamily="18" charset="0"/>
              </a:rPr>
              <a:t>minimalistic</a:t>
            </a:r>
            <a:endParaRPr lang="es-PE" dirty="0">
              <a:latin typeface="Bell MT" panose="02020503060305020303" pitchFamily="18" charset="0"/>
            </a:endParaRPr>
          </a:p>
          <a:p>
            <a:endParaRPr lang="pt-PT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35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747924-4EE5-86DD-2E69-58C872621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925B3B-FD04-6BC8-B1BF-45D7C05F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E2122A-6C74-BBE0-70A6-208F4A08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pt-PT" dirty="0">
              <a:latin typeface="Bell MT" panose="02020503060305020303" pitchFamily="18" charset="0"/>
            </a:endParaRPr>
          </a:p>
        </p:txBody>
      </p:sp>
      <p:pic>
        <p:nvPicPr>
          <p:cNvPr id="8" name="Imagem 7" descr="Uma imagem com captura de ecrã, amarelo, quadrado, design&#10;&#10;Descrição gerada automaticamente">
            <a:extLst>
              <a:ext uri="{FF2B5EF4-FFF2-40B4-BE49-F238E27FC236}">
                <a16:creationId xmlns:a16="http://schemas.microsoft.com/office/drawing/2014/main" id="{625CDCF8-F375-5BD7-313A-E345241F7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920340" cy="19203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m 9" descr="Uma imagem com Simetria, arte, captura de ecrã, triângulo&#10;&#10;Descrição gerada automaticamente">
            <a:extLst>
              <a:ext uri="{FF2B5EF4-FFF2-40B4-BE49-F238E27FC236}">
                <a16:creationId xmlns:a16="http://schemas.microsoft.com/office/drawing/2014/main" id="{E43F865C-8952-325F-8085-2E04C7ADF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693" y="1825625"/>
            <a:ext cx="1960079" cy="19203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m 11" descr="Uma imagem com Gráficos, arte, símbolo, design gráfico&#10;&#10;Descrição gerada automaticamente">
            <a:extLst>
              <a:ext uri="{FF2B5EF4-FFF2-40B4-BE49-F238E27FC236}">
                <a16:creationId xmlns:a16="http://schemas.microsoft.com/office/drawing/2014/main" id="{FE962D18-F65A-1691-7E70-B73494F644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462" y="1810931"/>
            <a:ext cx="1960079" cy="19350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Imagem 13" descr="Uma imagem com clipart, gato, mamífero, ilustração&#10;&#10;Descrição gerada automaticamente">
            <a:extLst>
              <a:ext uri="{FF2B5EF4-FFF2-40B4-BE49-F238E27FC236}">
                <a16:creationId xmlns:a16="http://schemas.microsoft.com/office/drawing/2014/main" id="{ED1F461A-5ABA-CD17-7B87-C7049D9C6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230" y="1825625"/>
            <a:ext cx="1960079" cy="19350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agem 15" descr="Uma imagem com círculo, esboço, preto e branco, desenho&#10;&#10;Descrição gerada automaticamente">
            <a:extLst>
              <a:ext uri="{FF2B5EF4-FFF2-40B4-BE49-F238E27FC236}">
                <a16:creationId xmlns:a16="http://schemas.microsoft.com/office/drawing/2014/main" id="{6237908A-88D8-8D0A-EC14-42E294216C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16184"/>
            <a:ext cx="1920340" cy="18728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Imagem 17" descr="Uma imagem com círculo, noite&#10;&#10;Descrição gerada automaticamente">
            <a:extLst>
              <a:ext uri="{FF2B5EF4-FFF2-40B4-BE49-F238E27FC236}">
                <a16:creationId xmlns:a16="http://schemas.microsoft.com/office/drawing/2014/main" id="{7E64254C-D23F-E0CB-CA25-8F6E437708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693" y="4116184"/>
            <a:ext cx="1920340" cy="18552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Imagem 19" descr="Uma imagem com círculo, Gráficos, logótipo&#10;&#10;Descrição gerada automaticamente">
            <a:extLst>
              <a:ext uri="{FF2B5EF4-FFF2-40B4-BE49-F238E27FC236}">
                <a16:creationId xmlns:a16="http://schemas.microsoft.com/office/drawing/2014/main" id="{E5996160-1C6E-CB78-5718-EAAA3FEE92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229" y="4083660"/>
            <a:ext cx="1960079" cy="19203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Imagem 21" descr="Uma imagem com círculo, preto e branco&#10;&#10;Descrição gerada automaticamente">
            <a:extLst>
              <a:ext uri="{FF2B5EF4-FFF2-40B4-BE49-F238E27FC236}">
                <a16:creationId xmlns:a16="http://schemas.microsoft.com/office/drawing/2014/main" id="{36D6DBCA-7414-DF5C-5E97-B80F81042E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507" y="4085095"/>
            <a:ext cx="1935034" cy="19350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15704C14-5207-D866-BAC1-EAEE81A96A55}"/>
              </a:ext>
            </a:extLst>
          </p:cNvPr>
          <p:cNvCxnSpPr/>
          <p:nvPr/>
        </p:nvCxnSpPr>
        <p:spPr>
          <a:xfrm>
            <a:off x="6095999" y="1518249"/>
            <a:ext cx="0" cy="4735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020293B4-FC89-E71D-2FEA-49BFB1F12FC6}"/>
              </a:ext>
            </a:extLst>
          </p:cNvPr>
          <p:cNvCxnSpPr>
            <a:cxnSpLocks/>
          </p:cNvCxnSpPr>
          <p:nvPr/>
        </p:nvCxnSpPr>
        <p:spPr>
          <a:xfrm flipH="1">
            <a:off x="290421" y="3920706"/>
            <a:ext cx="116111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2083A5B-A2A2-5FD4-F50D-5E6AFADBBB55}"/>
              </a:ext>
            </a:extLst>
          </p:cNvPr>
          <p:cNvSpPr txBox="1"/>
          <p:nvPr/>
        </p:nvSpPr>
        <p:spPr>
          <a:xfrm>
            <a:off x="2352091" y="1333638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A012067-AF6F-F8CD-0241-73C18B2683E9}"/>
              </a:ext>
            </a:extLst>
          </p:cNvPr>
          <p:cNvSpPr txBox="1"/>
          <p:nvPr/>
        </p:nvSpPr>
        <p:spPr>
          <a:xfrm>
            <a:off x="8209887" y="1379105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F19E541-9BB7-9B0E-9160-9267E24F03D8}"/>
              </a:ext>
            </a:extLst>
          </p:cNvPr>
          <p:cNvSpPr txBox="1"/>
          <p:nvPr/>
        </p:nvSpPr>
        <p:spPr>
          <a:xfrm>
            <a:off x="2352091" y="6150725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III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DBB0962-7BE5-9856-EA79-C92344052CB2}"/>
              </a:ext>
            </a:extLst>
          </p:cNvPr>
          <p:cNvSpPr txBox="1"/>
          <p:nvPr/>
        </p:nvSpPr>
        <p:spPr>
          <a:xfrm>
            <a:off x="8209886" y="6148149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IV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933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747924-4EE5-86DD-2E69-58C87262157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925B3B-FD04-6BC8-B1BF-45D7C05F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Typography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E2122A-6C74-BBE0-70A6-208F4A08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pt-PT" dirty="0">
              <a:latin typeface="Bell MT" panose="02020503060305020303" pitchFamily="18" charset="0"/>
            </a:endParaRPr>
          </a:p>
        </p:txBody>
      </p:sp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15704C14-5207-D866-BAC1-EAEE81A96A55}"/>
              </a:ext>
            </a:extLst>
          </p:cNvPr>
          <p:cNvCxnSpPr/>
          <p:nvPr/>
        </p:nvCxnSpPr>
        <p:spPr>
          <a:xfrm>
            <a:off x="6095999" y="1518249"/>
            <a:ext cx="0" cy="4735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020293B4-FC89-E71D-2FEA-49BFB1F12FC6}"/>
              </a:ext>
            </a:extLst>
          </p:cNvPr>
          <p:cNvCxnSpPr>
            <a:cxnSpLocks/>
          </p:cNvCxnSpPr>
          <p:nvPr/>
        </p:nvCxnSpPr>
        <p:spPr>
          <a:xfrm flipH="1">
            <a:off x="290421" y="3920706"/>
            <a:ext cx="116111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2083A5B-A2A2-5FD4-F50D-5E6AFADBBB55}"/>
              </a:ext>
            </a:extLst>
          </p:cNvPr>
          <p:cNvSpPr txBox="1"/>
          <p:nvPr/>
        </p:nvSpPr>
        <p:spPr>
          <a:xfrm>
            <a:off x="2352091" y="1333638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A012067-AF6F-F8CD-0241-73C18B2683E9}"/>
              </a:ext>
            </a:extLst>
          </p:cNvPr>
          <p:cNvSpPr txBox="1"/>
          <p:nvPr/>
        </p:nvSpPr>
        <p:spPr>
          <a:xfrm>
            <a:off x="8209887" y="1379105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F19E541-9BB7-9B0E-9160-9267E24F03D8}"/>
              </a:ext>
            </a:extLst>
          </p:cNvPr>
          <p:cNvSpPr txBox="1"/>
          <p:nvPr/>
        </p:nvSpPr>
        <p:spPr>
          <a:xfrm>
            <a:off x="2352091" y="6150725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III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DBB0962-7BE5-9856-EA79-C92344052CB2}"/>
              </a:ext>
            </a:extLst>
          </p:cNvPr>
          <p:cNvSpPr txBox="1"/>
          <p:nvPr/>
        </p:nvSpPr>
        <p:spPr>
          <a:xfrm>
            <a:off x="8209886" y="6148149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IV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Imagem 8" descr="Uma imagem com texto, Tipo de letra, Gráficos, logótipo&#10;&#10;Descrição gerada automaticamente">
            <a:extLst>
              <a:ext uri="{FF2B5EF4-FFF2-40B4-BE49-F238E27FC236}">
                <a16:creationId xmlns:a16="http://schemas.microsoft.com/office/drawing/2014/main" id="{64956B3C-7E7F-B8DD-397C-0690B32DE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13343"/>
            <a:ext cx="1625351" cy="16253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m 12" descr="Uma imagem com captura de ecrã, preto, Gráficos, preto e branco&#10;&#10;Descrição gerada automaticamente">
            <a:extLst>
              <a:ext uri="{FF2B5EF4-FFF2-40B4-BE49-F238E27FC236}">
                <a16:creationId xmlns:a16="http://schemas.microsoft.com/office/drawing/2014/main" id="{233532AA-6458-C228-62EC-AEF51ABA6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071" y="1831879"/>
            <a:ext cx="1606815" cy="1606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Imagem 16" descr="Uma imagem com captura de ecrã, preto, preto e branco, texto&#10;&#10;Descrição gerada automaticamente">
            <a:extLst>
              <a:ext uri="{FF2B5EF4-FFF2-40B4-BE49-F238E27FC236}">
                <a16:creationId xmlns:a16="http://schemas.microsoft.com/office/drawing/2014/main" id="{9B6970FA-2B6E-4BC3-88DB-DAC1C67EA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590" y="1813343"/>
            <a:ext cx="1575209" cy="16130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Imagem 20" descr="Uma imagem com Tipo de letra, Gráficos, captura de ecrã, logótipo&#10;&#10;Descrição gerada automaticamente">
            <a:extLst>
              <a:ext uri="{FF2B5EF4-FFF2-40B4-BE49-F238E27FC236}">
                <a16:creationId xmlns:a16="http://schemas.microsoft.com/office/drawing/2014/main" id="{9FB10C39-84A8-D0CF-395D-AB554EAB4B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391356"/>
            <a:ext cx="1625352" cy="16244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Imagem 23" descr="Uma imagem com Tipo de letra, Gráficos, captura de ecrã, texto&#10;&#10;Descrição gerada automaticamente">
            <a:extLst>
              <a:ext uri="{FF2B5EF4-FFF2-40B4-BE49-F238E27FC236}">
                <a16:creationId xmlns:a16="http://schemas.microsoft.com/office/drawing/2014/main" id="{9A6833B4-B113-5CE8-4917-5EDF9FCE43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442" y="4382384"/>
            <a:ext cx="1642375" cy="1642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Imagem 27" descr="Uma imagem com texto, captura de ecrã, preto, símbolo&#10;&#10;Descrição gerada automaticamente">
            <a:extLst>
              <a:ext uri="{FF2B5EF4-FFF2-40B4-BE49-F238E27FC236}">
                <a16:creationId xmlns:a16="http://schemas.microsoft.com/office/drawing/2014/main" id="{A7BD05F4-73CF-230F-840E-C396B65234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06341" y="4391356"/>
            <a:ext cx="1642375" cy="16244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Imagem 30" descr="Uma imagem com texto, Tipo de letra, Gráficos, design gráfico&#10;&#10;Descrição gerada automaticamente">
            <a:extLst>
              <a:ext uri="{FF2B5EF4-FFF2-40B4-BE49-F238E27FC236}">
                <a16:creationId xmlns:a16="http://schemas.microsoft.com/office/drawing/2014/main" id="{4E1214F8-5CE9-DBE7-7C17-4BDDF435C9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305" y="1828751"/>
            <a:ext cx="1613069" cy="16130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Imagem 35" descr="Uma imagem com corrente&#10;&#10;Descrição gerada automaticamente">
            <a:extLst>
              <a:ext uri="{FF2B5EF4-FFF2-40B4-BE49-F238E27FC236}">
                <a16:creationId xmlns:a16="http://schemas.microsoft.com/office/drawing/2014/main" id="{B54EEDB3-956B-E954-F868-89A45EEA02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62787" y="4382384"/>
            <a:ext cx="1606814" cy="16068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428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747924-4EE5-86DD-2E69-58C872621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925B3B-FD04-6BC8-B1BF-45D7C05F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E2122A-6C74-BBE0-70A6-208F4A08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pt-PT" dirty="0">
              <a:latin typeface="Bell MT" panose="02020503060305020303" pitchFamily="18" charset="0"/>
            </a:endParaRPr>
          </a:p>
        </p:txBody>
      </p:sp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15704C14-5207-D866-BAC1-EAEE81A96A55}"/>
              </a:ext>
            </a:extLst>
          </p:cNvPr>
          <p:cNvCxnSpPr/>
          <p:nvPr/>
        </p:nvCxnSpPr>
        <p:spPr>
          <a:xfrm>
            <a:off x="6095999" y="1518249"/>
            <a:ext cx="0" cy="4735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2083A5B-A2A2-5FD4-F50D-5E6AFADBBB55}"/>
              </a:ext>
            </a:extLst>
          </p:cNvPr>
          <p:cNvSpPr txBox="1"/>
          <p:nvPr/>
        </p:nvSpPr>
        <p:spPr>
          <a:xfrm>
            <a:off x="2352091" y="1333638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A012067-AF6F-F8CD-0241-73C18B2683E9}"/>
              </a:ext>
            </a:extLst>
          </p:cNvPr>
          <p:cNvSpPr txBox="1"/>
          <p:nvPr/>
        </p:nvSpPr>
        <p:spPr>
          <a:xfrm>
            <a:off x="8209887" y="1379105"/>
            <a:ext cx="162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Phase</a:t>
            </a:r>
            <a:r>
              <a: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 II</a:t>
            </a:r>
            <a:endParaRPr lang="pt-P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m 5" descr="Uma imagem com captura de ecrã, Gráficos, preto, design&#10;&#10;Descrição gerada automaticamente">
            <a:extLst>
              <a:ext uri="{FF2B5EF4-FFF2-40B4-BE49-F238E27FC236}">
                <a16:creationId xmlns:a16="http://schemas.microsoft.com/office/drawing/2014/main" id="{06BFB506-B555-7972-BD67-F450B0C71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562" y="2172490"/>
            <a:ext cx="3200407" cy="1828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 descr="Uma imagem com texto, captura de ecrã, Tipo de letra, design gráfico&#10;&#10;Descrição gerada automaticamente">
            <a:extLst>
              <a:ext uri="{FF2B5EF4-FFF2-40B4-BE49-F238E27FC236}">
                <a16:creationId xmlns:a16="http://schemas.microsoft.com/office/drawing/2014/main" id="{50770AE5-DDA7-91CC-82DD-DDE71D6D3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562" y="4348159"/>
            <a:ext cx="3200407" cy="1828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m 10" descr="Uma imagem com texto, captura de ecrã, Tipo de letra, design&#10;&#10;Descrição gerada automaticamente">
            <a:extLst>
              <a:ext uri="{FF2B5EF4-FFF2-40B4-BE49-F238E27FC236}">
                <a16:creationId xmlns:a16="http://schemas.microsoft.com/office/drawing/2014/main" id="{1D3A7432-B971-FF72-9D69-0FBE67B61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031" y="2166587"/>
            <a:ext cx="3200407" cy="1828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m 13" descr="Uma imagem com texto, cartão de visita, captura de ecrã, Tipo de letra&#10;&#10;Descrição gerada automaticamente">
            <a:extLst>
              <a:ext uri="{FF2B5EF4-FFF2-40B4-BE49-F238E27FC236}">
                <a16:creationId xmlns:a16="http://schemas.microsoft.com/office/drawing/2014/main" id="{450E6951-3C4A-AC80-7002-C0B684E812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031" y="4348159"/>
            <a:ext cx="3200407" cy="1828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270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747924-4EE5-86DD-2E69-58C87262157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925B3B-FD04-6BC8-B1BF-45D7C05F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es-P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Links &amp; </a:t>
            </a:r>
            <a:r>
              <a:rPr lang="es-PE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E2122A-6C74-BBE0-70A6-208F4A08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s-PE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pt-PT" dirty="0">
              <a:latin typeface="Bell MT" panose="02020503060305020303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AE0821-4E3A-15B6-4A79-B1F75C31C27F}"/>
              </a:ext>
            </a:extLst>
          </p:cNvPr>
          <p:cNvSpPr txBox="1"/>
          <p:nvPr/>
        </p:nvSpPr>
        <p:spPr>
          <a:xfrm>
            <a:off x="0" y="1137127"/>
            <a:ext cx="1218895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Canva</a:t>
            </a:r>
            <a:r>
              <a:rPr lang="pt-PT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:</a:t>
            </a:r>
          </a:p>
          <a:p>
            <a:endParaRPr lang="pt-PT" dirty="0"/>
          </a:p>
          <a:p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https://www.canva.com/design/DAFz47i40Fk/GvOwvbWFr2f3UyPrHPAnVA/edit?utm_content=DAFz47i40Fk&amp;utm_campaign=designshare&amp;utm_medium=link2&amp;utm_source=sharebutton</a:t>
            </a:r>
          </a:p>
          <a:p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https://www.canva.com/design/DAF0is-jnJ0/ndrvZaHshiDvauzxqM_ZDg/edit?utm_content=DAF0is-jnJ0&amp;utm_campaign=designshare&amp;utm_medium=link2&amp;utm_source=sharebutton</a:t>
            </a:r>
          </a:p>
          <a:p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https://www.canva.com/design/DAF1k2xvnxs/7x5dAYb36IU2b0Yi93e85g/edit?utm_content=DAF1k2xvnxs&amp;utm_campaign=designshare&amp;utm_medium=link2&amp;utm_source=sharebutton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38B1E4-3213-A92D-10E9-923EA542F58F}"/>
              </a:ext>
            </a:extLst>
          </p:cNvPr>
          <p:cNvSpPr txBox="1"/>
          <p:nvPr/>
        </p:nvSpPr>
        <p:spPr>
          <a:xfrm>
            <a:off x="0" y="4001294"/>
            <a:ext cx="622395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Wix</a:t>
            </a:r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:</a:t>
            </a:r>
          </a:p>
          <a:p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Desktop: https://oscarmiguel96.wixsite.com/mountain-lion</a:t>
            </a:r>
          </a:p>
          <a:p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Mobile: </a:t>
            </a:r>
          </a:p>
          <a:p>
            <a:endParaRPr lang="fr-F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8B80BE4-AD4B-D835-0F13-2A2BE9B71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831" y="5201622"/>
            <a:ext cx="1582652" cy="158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3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747924-4EE5-86DD-2E69-58C872621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925B3B-FD04-6BC8-B1BF-45D7C05F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E2122A-6C74-BBE0-70A6-208F4A08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E" dirty="0">
                <a:latin typeface="Bell MT" panose="02020503060305020303" pitchFamily="18" charset="0"/>
              </a:rPr>
              <a:t>Mountain Lion </a:t>
            </a:r>
            <a:r>
              <a:rPr lang="es-PE" dirty="0" err="1">
                <a:latin typeface="Bell MT" panose="02020503060305020303" pitchFamily="18" charset="0"/>
              </a:rPr>
              <a:t>Studios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is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not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something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that</a:t>
            </a:r>
            <a:r>
              <a:rPr lang="es-PE" dirty="0">
                <a:latin typeface="Bell MT" panose="02020503060305020303" pitchFamily="18" charset="0"/>
              </a:rPr>
              <a:t> can be </a:t>
            </a:r>
            <a:r>
              <a:rPr lang="es-PE" dirty="0" err="1">
                <a:latin typeface="Bell MT" panose="02020503060305020303" pitchFamily="18" charset="0"/>
              </a:rPr>
              <a:t>built</a:t>
            </a:r>
            <a:r>
              <a:rPr lang="es-PE" dirty="0">
                <a:latin typeface="Bell MT" panose="02020503060305020303" pitchFamily="18" charset="0"/>
              </a:rPr>
              <a:t> in a </a:t>
            </a:r>
            <a:r>
              <a:rPr lang="es-PE" dirty="0" err="1">
                <a:latin typeface="Bell MT" panose="02020503060305020303" pitchFamily="18" charset="0"/>
              </a:rPr>
              <a:t>month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or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two</a:t>
            </a:r>
            <a:endParaRPr lang="es-PE" dirty="0">
              <a:latin typeface="Bell MT" panose="02020503060305020303" pitchFamily="18" charset="0"/>
            </a:endParaRPr>
          </a:p>
          <a:p>
            <a:endParaRPr lang="es-PE" dirty="0">
              <a:latin typeface="Bell MT" panose="02020503060305020303" pitchFamily="18" charset="0"/>
            </a:endParaRPr>
          </a:p>
          <a:p>
            <a:r>
              <a:rPr lang="es-PE" dirty="0" err="1">
                <a:latin typeface="Bell MT" panose="02020503060305020303" pitchFamily="18" charset="0"/>
              </a:rPr>
              <a:t>The</a:t>
            </a:r>
            <a:r>
              <a:rPr lang="es-PE" dirty="0">
                <a:latin typeface="Bell MT" panose="02020503060305020303" pitchFamily="18" charset="0"/>
              </a:rPr>
              <a:t> drive </a:t>
            </a:r>
            <a:r>
              <a:rPr lang="es-PE" dirty="0" err="1">
                <a:latin typeface="Bell MT" panose="02020503060305020303" pitchFamily="18" charset="0"/>
              </a:rPr>
              <a:t>is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important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but</a:t>
            </a:r>
            <a:r>
              <a:rPr lang="es-PE" dirty="0">
                <a:latin typeface="Bell MT" panose="02020503060305020303" pitchFamily="18" charset="0"/>
              </a:rPr>
              <a:t> alone </a:t>
            </a:r>
            <a:r>
              <a:rPr lang="es-PE" dirty="0" err="1">
                <a:latin typeface="Bell MT" panose="02020503060305020303" pitchFamily="18" charset="0"/>
              </a:rPr>
              <a:t>will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not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get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the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job</a:t>
            </a:r>
            <a:r>
              <a:rPr lang="es-PE" dirty="0">
                <a:latin typeface="Bell MT" panose="02020503060305020303" pitchFamily="18" charset="0"/>
              </a:rPr>
              <a:t> done, </a:t>
            </a:r>
            <a:r>
              <a:rPr lang="es-PE" dirty="0" err="1">
                <a:latin typeface="Bell MT" panose="02020503060305020303" pitchFamily="18" charset="0"/>
              </a:rPr>
              <a:t>lots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of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effort</a:t>
            </a:r>
            <a:r>
              <a:rPr lang="es-PE" dirty="0">
                <a:latin typeface="Bell MT" panose="02020503060305020303" pitchFamily="18" charset="0"/>
              </a:rPr>
              <a:t> and </a:t>
            </a:r>
            <a:r>
              <a:rPr lang="es-PE" dirty="0" err="1">
                <a:latin typeface="Bell MT" panose="02020503060305020303" pitchFamily="18" charset="0"/>
              </a:rPr>
              <a:t>work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go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into</a:t>
            </a:r>
            <a:r>
              <a:rPr lang="es-PE" dirty="0">
                <a:latin typeface="Bell MT" panose="02020503060305020303" pitchFamily="18" charset="0"/>
              </a:rPr>
              <a:t> a Studio</a:t>
            </a:r>
          </a:p>
          <a:p>
            <a:endParaRPr lang="es-PE" dirty="0">
              <a:latin typeface="Bell MT" panose="02020503060305020303" pitchFamily="18" charset="0"/>
            </a:endParaRPr>
          </a:p>
          <a:p>
            <a:r>
              <a:rPr lang="es-PE" dirty="0" err="1">
                <a:latin typeface="Bell MT" panose="02020503060305020303" pitchFamily="18" charset="0"/>
              </a:rPr>
              <a:t>Although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the</a:t>
            </a:r>
            <a:r>
              <a:rPr lang="es-PE" dirty="0">
                <a:latin typeface="Bell MT" panose="02020503060305020303" pitchFamily="18" charset="0"/>
              </a:rPr>
              <a:t> Brand </a:t>
            </a:r>
            <a:r>
              <a:rPr lang="es-PE" dirty="0" err="1">
                <a:latin typeface="Bell MT" panose="02020503060305020303" pitchFamily="18" charset="0"/>
              </a:rPr>
              <a:t>is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meant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to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follow</a:t>
            </a:r>
            <a:r>
              <a:rPr lang="es-PE" dirty="0">
                <a:latin typeface="Bell MT" panose="02020503060305020303" pitchFamily="18" charset="0"/>
              </a:rPr>
              <a:t> a </a:t>
            </a:r>
            <a:r>
              <a:rPr lang="es-PE" dirty="0" err="1">
                <a:latin typeface="Bell MT" panose="02020503060305020303" pitchFamily="18" charset="0"/>
              </a:rPr>
              <a:t>few</a:t>
            </a:r>
            <a:r>
              <a:rPr lang="es-PE" dirty="0">
                <a:latin typeface="Bell MT" panose="02020503060305020303" pitchFamily="18" charset="0"/>
              </a:rPr>
              <a:t> simple </a:t>
            </a:r>
            <a:r>
              <a:rPr lang="es-PE" dirty="0" err="1">
                <a:latin typeface="Bell MT" panose="02020503060305020303" pitchFamily="18" charset="0"/>
              </a:rPr>
              <a:t>design</a:t>
            </a:r>
            <a:r>
              <a:rPr lang="es-PE" dirty="0">
                <a:latin typeface="Bell MT" panose="02020503060305020303" pitchFamily="18" charset="0"/>
              </a:rPr>
              <a:t> rules, </a:t>
            </a:r>
            <a:r>
              <a:rPr lang="es-PE" dirty="0" err="1">
                <a:latin typeface="Bell MT" panose="02020503060305020303" pitchFamily="18" charset="0"/>
              </a:rPr>
              <a:t>it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still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takes</a:t>
            </a:r>
            <a:r>
              <a:rPr lang="es-PE" dirty="0">
                <a:latin typeface="Bell MT" panose="02020503060305020303" pitchFamily="18" charset="0"/>
              </a:rPr>
              <a:t> a </a:t>
            </a:r>
            <a:r>
              <a:rPr lang="es-PE" dirty="0" err="1">
                <a:latin typeface="Bell MT" panose="02020503060305020303" pitchFamily="18" charset="0"/>
              </a:rPr>
              <a:t>lot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of</a:t>
            </a:r>
            <a:r>
              <a:rPr lang="es-PE" dirty="0">
                <a:latin typeface="Bell MT" panose="02020503060305020303" pitchFamily="18" charset="0"/>
              </a:rPr>
              <a:t> time </a:t>
            </a:r>
            <a:r>
              <a:rPr lang="es-PE" dirty="0" err="1">
                <a:latin typeface="Bell MT" panose="02020503060305020303" pitchFamily="18" charset="0"/>
              </a:rPr>
              <a:t>to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develop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it</a:t>
            </a:r>
            <a:r>
              <a:rPr lang="es-PE" dirty="0">
                <a:latin typeface="Bell MT" panose="02020503060305020303" pitchFamily="18" charset="0"/>
              </a:rPr>
              <a:t>, </a:t>
            </a:r>
            <a:r>
              <a:rPr lang="es-PE" dirty="0" err="1">
                <a:latin typeface="Bell MT" panose="02020503060305020303" pitchFamily="18" charset="0"/>
              </a:rPr>
              <a:t>limitations</a:t>
            </a:r>
            <a:r>
              <a:rPr lang="es-PE" dirty="0">
                <a:latin typeface="Bell MT" panose="02020503060305020303" pitchFamily="18" charset="0"/>
              </a:rPr>
              <a:t> and </a:t>
            </a:r>
            <a:r>
              <a:rPr lang="es-PE" dirty="0" err="1">
                <a:latin typeface="Bell MT" panose="02020503060305020303" pitchFamily="18" charset="0"/>
              </a:rPr>
              <a:t>constrains</a:t>
            </a:r>
            <a:r>
              <a:rPr lang="es-PE" dirty="0">
                <a:latin typeface="Bell MT" panose="02020503060305020303" pitchFamily="18" charset="0"/>
              </a:rPr>
              <a:t> can at times be </a:t>
            </a:r>
            <a:r>
              <a:rPr lang="es-PE" dirty="0" err="1">
                <a:latin typeface="Bell MT" panose="02020503060305020303" pitchFamily="18" charset="0"/>
              </a:rPr>
              <a:t>difficult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to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work</a:t>
            </a:r>
            <a:r>
              <a:rPr lang="es-PE" dirty="0">
                <a:latin typeface="Bell MT" panose="02020503060305020303" pitchFamily="18" charset="0"/>
              </a:rPr>
              <a:t> </a:t>
            </a:r>
            <a:r>
              <a:rPr lang="es-PE" dirty="0" err="1">
                <a:latin typeface="Bell MT" panose="02020503060305020303" pitchFamily="18" charset="0"/>
              </a:rPr>
              <a:t>with</a:t>
            </a:r>
            <a:endParaRPr lang="es-PE" dirty="0">
              <a:latin typeface="Bell MT" panose="02020503060305020303" pitchFamily="18" charset="0"/>
            </a:endParaRPr>
          </a:p>
          <a:p>
            <a:endParaRPr lang="pt-PT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7956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315</Words>
  <Application>Microsoft Office PowerPoint</Application>
  <PresentationFormat>Ecrã Panorâmico</PresentationFormat>
  <Paragraphs>47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4" baseType="lpstr">
      <vt:lpstr>Arial</vt:lpstr>
      <vt:lpstr>Bell MT</vt:lpstr>
      <vt:lpstr>Calibri</vt:lpstr>
      <vt:lpstr>Calibri Light</vt:lpstr>
      <vt:lpstr>Imprint MT Shadow</vt:lpstr>
      <vt:lpstr>Times New Roman</vt:lpstr>
      <vt:lpstr>Tema do Office</vt:lpstr>
      <vt:lpstr>Mountain Lion Studios</vt:lpstr>
      <vt:lpstr>Introduction</vt:lpstr>
      <vt:lpstr>Logo Design – Process Samples</vt:lpstr>
      <vt:lpstr>Typography Design – Process Samples</vt:lpstr>
      <vt:lpstr>Business Card Design – Process Samples</vt:lpstr>
      <vt:lpstr>Relevant Links &amp;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Mountain Lion Studios</dc:title>
  <dc:creator>Rvcso II</dc:creator>
  <cp:lastModifiedBy>Rvcso II</cp:lastModifiedBy>
  <cp:revision>11</cp:revision>
  <dcterms:created xsi:type="dcterms:W3CDTF">2023-12-03T20:58:54Z</dcterms:created>
  <dcterms:modified xsi:type="dcterms:W3CDTF">2023-12-03T22:10:59Z</dcterms:modified>
</cp:coreProperties>
</file>